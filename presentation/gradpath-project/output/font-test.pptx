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6fd847d98f4ced" /><Relationship Type="http://schemas.openxmlformats.org/officeDocument/2006/relationships/extended-properties" Target="/docProps/app.xml" Id="R47ecbb951a3e4200" /><Relationship Type="http://schemas.openxmlformats.org/officeDocument/2006/relationships/officeDocument" Target="/ppt/presentation.xml" Id="R3dc5e8dd474b47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b382bc29c0482e"/>
  </p:sldMasterIdLst>
  <p:notesMasterIdLst>
    <p:notesMasterId xmlns:r="http://schemas.openxmlformats.org/officeDocument/2006/relationships" r:id="R1c411d457dad4156"/>
  </p:notesMasterIdLst>
  <p:sldIdLst>
    <p:sldId xmlns:r="http://schemas.openxmlformats.org/officeDocument/2006/relationships" id="256" r:id="R13f448afb33742a2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b382bc29c0482e" /><Relationship Type="http://schemas.openxmlformats.org/officeDocument/2006/relationships/theme" Target="/ppt/theme/theme1.xml" Id="R52f3f22ed9434c07" /><Relationship Type="http://schemas.openxmlformats.org/officeDocument/2006/relationships/notesMaster" Target="/ppt/notesMasters/notesMaster1.xml" Id="R1c411d457dad4156" /><Relationship Type="http://schemas.openxmlformats.org/officeDocument/2006/relationships/presProps" Target="/ppt/presProps.xml" Id="Rd4ea20544b1445d8" /><Relationship Type="http://schemas.openxmlformats.org/officeDocument/2006/relationships/viewProps" Target="/ppt/viewProps.xml" Id="Rfa7a84b166134c4c" /><Relationship Type="http://schemas.openxmlformats.org/officeDocument/2006/relationships/tableStyles" Target="/ppt/tableStyles.xml" Id="R5059a2bbace74333" /><Relationship Type="http://schemas.openxmlformats.org/officeDocument/2006/relationships/slide" Target="/ppt/slides/slide1.xml" Id="R13f448afb33742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a570499f7b94d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b5b6c87d994a56" /><Relationship Type="http://schemas.openxmlformats.org/officeDocument/2006/relationships/notesMaster" Target="/ppt/notesMasters/notesMaster1.xml" Id="R23aec7ed996f4b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141a3996214e6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506388c629c43c4" /><Relationship Type="http://schemas.openxmlformats.org/officeDocument/2006/relationships/slideLayout" Target="/ppt/slideLayouts/slideLayout2.xml" Id="R33e09e64f8cc45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e09e64f8cc45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daca3a38e341d6" /><Relationship Type="http://schemas.openxmlformats.org/officeDocument/2006/relationships/notesSlide" Target="/ppt/notesSlides/notesSlide1.xml" Id="R48f37c19dabe4e0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15CAFA-C077-48CB-ABB7-8DD27D4A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302895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23123"/>
                </a:solidFill>
              </a:defRPr>
            </a:pPr>
            <a:r>
              <a:rPr sz="4500" b="1">
                <a:solidFill>
                  <a:srgbClr val="123123"/>
                </a:solidFill>
              </a:rPr>
              <a:t>Georgia Title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E9C594-D520-49D6-9F33-3254B489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1676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333333"/>
                </a:solidFill>
              </a:defRPr>
            </a:pPr>
            <a:r>
              <a:rPr sz="2100">
                <a:solidFill>
                  <a:srgbClr val="333333"/>
                </a:solidFill>
              </a:rPr>
              <a:t>Aptos body line</a:t>
            </a:r>
          </a:p>
        </p:txBody>
      </p:sp>
    </p:spTree>
    <p:extLst>
      <p:ext uri="{BB962C8B-B14F-4D97-AF65-F5344CB8AC3E}">
        <p14:creationId xmlns:p14="http://schemas.microsoft.com/office/powerpoint/2010/main" val="20895090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2026-05-08T17:03:03.9210000Z</dcterms:created>
  <dcterms:modified xsi:type="dcterms:W3CDTF">2026-05-08T17:03:03.9210000Z</dcterms:modified>
</coreProperties>
</file>